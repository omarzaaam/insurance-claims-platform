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4"/>
  </p:notesMasterIdLst>
  <p:sldIdLst>
    <p:sldId id="2147475673" r:id="rId6"/>
    <p:sldId id="2147483562" r:id="rId7"/>
    <p:sldId id="2147483564" r:id="rId8"/>
    <p:sldId id="2147483563" r:id="rId9"/>
    <p:sldId id="2147483566" r:id="rId10"/>
    <p:sldId id="2147483567" r:id="rId11"/>
    <p:sldId id="2147483569" r:id="rId12"/>
    <p:sldId id="21474835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83FB"/>
    <a:srgbClr val="1278C5"/>
    <a:srgbClr val="63A9DB"/>
    <a:srgbClr val="FF5050"/>
    <a:srgbClr val="5F88A7"/>
    <a:srgbClr val="F32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B75ED4-A009-435F-9477-8224E4D9DB63}" v="7" dt="2026-05-05T14:40:2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0" autoAdjust="0"/>
    <p:restoredTop sz="97664" autoAdjust="0"/>
  </p:normalViewPr>
  <p:slideViewPr>
    <p:cSldViewPr snapToGrid="0">
      <p:cViewPr varScale="1">
        <p:scale>
          <a:sx n="111" d="100"/>
          <a:sy n="111" d="100"/>
        </p:scale>
        <p:origin x="1134" y="96"/>
      </p:cViewPr>
      <p:guideLst>
        <p:guide orient="horz" pos="686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rner, Taylor" userId="S::taylor.turner@canadalife.com::2c8795d9-bb1a-4a85-9371-7c75c5caeaa1" providerId="AD" clId="Web-{789B614A-5CB6-BEBB-A841-B1EE1CB7BEA2}"/>
    <pc:docChg chg="mod">
      <pc:chgData name="Turner, Taylor" userId="S::taylor.turner@canadalife.com::2c8795d9-bb1a-4a85-9371-7c75c5caeaa1" providerId="AD" clId="Web-{789B614A-5CB6-BEBB-A841-B1EE1CB7BEA2}" dt="2026-05-05T20:36:19.406" v="0" actId="33475"/>
      <pc:docMkLst>
        <pc:docMk/>
      </pc:docMkLst>
    </pc:docChg>
  </pc:docChgLst>
  <pc:docChgLst>
    <pc:chgData name="Brad Stern" userId="f21b750b-ba28-46ee-aa5a-2b0118dae2f8" providerId="ADAL" clId="{5AAEADA3-A42C-45DD-83A9-2748BE2127D6}"/>
    <pc:docChg chg="undo redo custSel addSld delSld modSld sldOrd modMainMaster">
      <pc:chgData name="Brad Stern" userId="f21b750b-ba28-46ee-aa5a-2b0118dae2f8" providerId="ADAL" clId="{5AAEADA3-A42C-45DD-83A9-2748BE2127D6}" dt="2026-05-05T14:42:54.472" v="1298" actId="20577"/>
      <pc:docMkLst>
        <pc:docMk/>
      </pc:docMkLst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992383118" sldId="256"/>
        </pc:sldMkLst>
        <pc:spChg chg="mod">
          <ac:chgData name="Brad Stern" userId="f21b750b-ba28-46ee-aa5a-2b0118dae2f8" providerId="ADAL" clId="{5AAEADA3-A42C-45DD-83A9-2748BE2127D6}" dt="2026-05-05T13:16:48.054" v="1095" actId="27636"/>
          <ac:spMkLst>
            <pc:docMk/>
            <pc:sldMk cId="992383118" sldId="256"/>
            <ac:spMk id="3" creationId="{5C003378-5F0E-3EC9-D800-B32F56771360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119057723" sldId="279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506153352" sldId="283"/>
        </pc:sldMkLst>
        <pc:spChg chg="mod">
          <ac:chgData name="Brad Stern" userId="f21b750b-ba28-46ee-aa5a-2b0118dae2f8" providerId="ADAL" clId="{5AAEADA3-A42C-45DD-83A9-2748BE2127D6}" dt="2026-05-05T13:16:48.070" v="1096" actId="27636"/>
          <ac:spMkLst>
            <pc:docMk/>
            <pc:sldMk cId="2506153352" sldId="283"/>
            <ac:spMk id="7" creationId="{CEB09EAD-2071-F6ED-8384-E9E6C24BAD57}"/>
          </ac:spMkLst>
        </pc:spChg>
        <pc:spChg chg="mod">
          <ac:chgData name="Brad Stern" userId="f21b750b-ba28-46ee-aa5a-2b0118dae2f8" providerId="ADAL" clId="{5AAEADA3-A42C-45DD-83A9-2748BE2127D6}" dt="2026-05-05T13:16:48.070" v="1097" actId="27636"/>
          <ac:spMkLst>
            <pc:docMk/>
            <pc:sldMk cId="2506153352" sldId="283"/>
            <ac:spMk id="8" creationId="{A0090EE3-CDA9-54E3-1D03-3FC3CB14400E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507999687" sldId="284"/>
        </pc:sldMkLst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837071919" sldId="287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884760768" sldId="289"/>
        </pc:sldMkLst>
        <pc:spChg chg="mod">
          <ac:chgData name="Brad Stern" userId="f21b750b-ba28-46ee-aa5a-2b0118dae2f8" providerId="ADAL" clId="{5AAEADA3-A42C-45DD-83A9-2748BE2127D6}" dt="2026-05-05T13:16:48.045" v="1094" actId="27636"/>
          <ac:spMkLst>
            <pc:docMk/>
            <pc:sldMk cId="3884760768" sldId="289"/>
            <ac:spMk id="3" creationId="{9FF6528E-B181-799F-DD32-0890B542F327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635700033" sldId="294"/>
        </pc:sldMkLst>
        <pc:spChg chg="mod">
          <ac:chgData name="Brad Stern" userId="f21b750b-ba28-46ee-aa5a-2b0118dae2f8" providerId="ADAL" clId="{5AAEADA3-A42C-45DD-83A9-2748BE2127D6}" dt="2026-05-05T13:16:47.964" v="1077" actId="27636"/>
          <ac:spMkLst>
            <pc:docMk/>
            <pc:sldMk cId="3635700033" sldId="294"/>
            <ac:spMk id="2" creationId="{393D23CE-8CEF-FE5E-3ABF-43D17B31E9DF}"/>
          </ac:spMkLst>
        </pc:spChg>
        <pc:spChg chg="mod">
          <ac:chgData name="Brad Stern" userId="f21b750b-ba28-46ee-aa5a-2b0118dae2f8" providerId="ADAL" clId="{5AAEADA3-A42C-45DD-83A9-2748BE2127D6}" dt="2026-05-05T13:16:47.958" v="1076" actId="27636"/>
          <ac:spMkLst>
            <pc:docMk/>
            <pc:sldMk cId="3635700033" sldId="294"/>
            <ac:spMk id="7" creationId="{6C205022-A767-EC56-642B-D8FBD176135C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707669181" sldId="318"/>
        </pc:sldMkLst>
        <pc:spChg chg="mod">
          <ac:chgData name="Brad Stern" userId="f21b750b-ba28-46ee-aa5a-2b0118dae2f8" providerId="ADAL" clId="{5AAEADA3-A42C-45DD-83A9-2748BE2127D6}" dt="2026-05-05T13:16:48.041" v="1092" actId="27636"/>
          <ac:spMkLst>
            <pc:docMk/>
            <pc:sldMk cId="707669181" sldId="318"/>
            <ac:spMk id="4" creationId="{F95EC61B-D7DF-6CFA-A040-A39FCADB093E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292760640" sldId="319"/>
        </pc:sldMkLst>
        <pc:spChg chg="mod">
          <ac:chgData name="Brad Stern" userId="f21b750b-ba28-46ee-aa5a-2b0118dae2f8" providerId="ADAL" clId="{5AAEADA3-A42C-45DD-83A9-2748BE2127D6}" dt="2026-05-05T13:16:48.045" v="1093" actId="27636"/>
          <ac:spMkLst>
            <pc:docMk/>
            <pc:sldMk cId="2292760640" sldId="319"/>
            <ac:spMk id="7" creationId="{55014BAD-3AB0-5DD8-1C2D-0C49655CF23C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825772065" sldId="2769"/>
        </pc:sldMkLst>
        <pc:spChg chg="mod">
          <ac:chgData name="Brad Stern" userId="f21b750b-ba28-46ee-aa5a-2b0118dae2f8" providerId="ADAL" clId="{5AAEADA3-A42C-45DD-83A9-2748BE2127D6}" dt="2026-05-05T13:16:47.995" v="1086" actId="27636"/>
          <ac:spMkLst>
            <pc:docMk/>
            <pc:sldMk cId="2825772065" sldId="2769"/>
            <ac:spMk id="2" creationId="{74345224-10EF-DB1B-CAA4-410F06513A38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732726809" sldId="2806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3650662767" sldId="2146846967"/>
        </pc:sldMkLst>
        <pc:spChg chg="mod">
          <ac:chgData name="Brad Stern" userId="f21b750b-ba28-46ee-aa5a-2b0118dae2f8" providerId="ADAL" clId="{5AAEADA3-A42C-45DD-83A9-2748BE2127D6}" dt="2026-05-05T13:16:47.964" v="1078" actId="27636"/>
          <ac:spMkLst>
            <pc:docMk/>
            <pc:sldMk cId="3650662767" sldId="2146846967"/>
            <ac:spMk id="2" creationId="{DA05658B-C2E0-4DCB-B39D-C577A8444FDC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024595717" sldId="2146846989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4215763511" sldId="2146847085"/>
        </pc:sldMkLst>
        <pc:spChg chg="mod">
          <ac:chgData name="Brad Stern" userId="f21b750b-ba28-46ee-aa5a-2b0118dae2f8" providerId="ADAL" clId="{5AAEADA3-A42C-45DD-83A9-2748BE2127D6}" dt="2026-05-05T13:16:47.995" v="1084" actId="27636"/>
          <ac:spMkLst>
            <pc:docMk/>
            <pc:sldMk cId="4215763511" sldId="2146847085"/>
            <ac:spMk id="4" creationId="{F14C330C-1D41-43BE-97C8-22F5C694A619}"/>
          </ac:spMkLst>
        </pc:spChg>
        <pc:spChg chg="mod">
          <ac:chgData name="Brad Stern" userId="f21b750b-ba28-46ee-aa5a-2b0118dae2f8" providerId="ADAL" clId="{5AAEADA3-A42C-45DD-83A9-2748BE2127D6}" dt="2026-05-05T13:16:47.995" v="1083" actId="27636"/>
          <ac:spMkLst>
            <pc:docMk/>
            <pc:sldMk cId="4215763511" sldId="2146847085"/>
            <ac:spMk id="27" creationId="{C0713D8B-FFFF-6B11-C07F-C91EDCBD4711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443990865" sldId="2146847159"/>
        </pc:sldMkLst>
        <pc:spChg chg="mod">
          <ac:chgData name="Brad Stern" userId="f21b750b-ba28-46ee-aa5a-2b0118dae2f8" providerId="ADAL" clId="{5AAEADA3-A42C-45DD-83A9-2748BE2127D6}" dt="2026-05-05T13:16:48.037" v="1091" actId="27636"/>
          <ac:spMkLst>
            <pc:docMk/>
            <pc:sldMk cId="1443990865" sldId="2146847159"/>
            <ac:spMk id="7" creationId="{A24E77A7-4FB6-3E25-B68A-30406E31F164}"/>
          </ac:spMkLst>
        </pc:spChg>
        <pc:spChg chg="mod">
          <ac:chgData name="Brad Stern" userId="f21b750b-ba28-46ee-aa5a-2b0118dae2f8" providerId="ADAL" clId="{5AAEADA3-A42C-45DD-83A9-2748BE2127D6}" dt="2026-05-05T13:16:48.035" v="1090" actId="27636"/>
          <ac:spMkLst>
            <pc:docMk/>
            <pc:sldMk cId="1443990865" sldId="2146847159"/>
            <ac:spMk id="26" creationId="{E256E338-B31A-B4EC-E3B8-C8D6D3E99209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560423195" sldId="2146847164"/>
        </pc:sldMkLst>
        <pc:spChg chg="mod">
          <ac:chgData name="Brad Stern" userId="f21b750b-ba28-46ee-aa5a-2b0118dae2f8" providerId="ADAL" clId="{5AAEADA3-A42C-45DD-83A9-2748BE2127D6}" dt="2026-05-05T13:16:47.986" v="1081" actId="27636"/>
          <ac:spMkLst>
            <pc:docMk/>
            <pc:sldMk cId="560423195" sldId="2146847164"/>
            <ac:spMk id="37" creationId="{75FFCD2C-CC9D-978A-53B5-3982A52C175D}"/>
          </ac:spMkLst>
        </pc:spChg>
        <pc:spChg chg="mod">
          <ac:chgData name="Brad Stern" userId="f21b750b-ba28-46ee-aa5a-2b0118dae2f8" providerId="ADAL" clId="{5AAEADA3-A42C-45DD-83A9-2748BE2127D6}" dt="2026-05-05T13:16:47.988" v="1082" actId="27636"/>
          <ac:spMkLst>
            <pc:docMk/>
            <pc:sldMk cId="560423195" sldId="2146847164"/>
            <ac:spMk id="70" creationId="{3143246B-9952-8935-D5F9-327CF5B2761B}"/>
          </ac:spMkLst>
        </pc:sp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49831337" sldId="2146847184"/>
        </pc:sldMkLst>
        <pc:spChg chg="mod">
          <ac:chgData name="Brad Stern" userId="f21b750b-ba28-46ee-aa5a-2b0118dae2f8" providerId="ADAL" clId="{5AAEADA3-A42C-45DD-83A9-2748BE2127D6}" dt="2026-05-05T13:16:48.018" v="1087" actId="27636"/>
          <ac:spMkLst>
            <pc:docMk/>
            <pc:sldMk cId="149831337" sldId="2146847184"/>
            <ac:spMk id="10" creationId="{1EF7144D-C9D9-0DCA-B141-E7022B2B3C0B}"/>
          </ac:spMkLst>
        </pc:spChg>
        <pc:spChg chg="mod">
          <ac:chgData name="Brad Stern" userId="f21b750b-ba28-46ee-aa5a-2b0118dae2f8" providerId="ADAL" clId="{5AAEADA3-A42C-45DD-83A9-2748BE2127D6}" dt="2026-05-05T13:16:48.021" v="1088" actId="27636"/>
          <ac:spMkLst>
            <pc:docMk/>
            <pc:sldMk cId="149831337" sldId="2146847184"/>
            <ac:spMk id="25" creationId="{69BDCCAB-8C1F-1F44-BE04-7633CAF471B2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43566839" sldId="2146847185"/>
        </pc:sldMkLst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1842438525" sldId="2146847191"/>
        </pc:sldMkLst>
        <pc:spChg chg="mod">
          <ac:chgData name="Brad Stern" userId="f21b750b-ba28-46ee-aa5a-2b0118dae2f8" providerId="ADAL" clId="{5AAEADA3-A42C-45DD-83A9-2748BE2127D6}" dt="2026-05-05T13:16:48.027" v="1089" actId="27636"/>
          <ac:spMkLst>
            <pc:docMk/>
            <pc:sldMk cId="1842438525" sldId="2146847191"/>
            <ac:spMk id="2" creationId="{0076ED12-CE22-BEB6-CCA6-5177C98747C5}"/>
          </ac:spMkLst>
        </pc:spChg>
      </pc:sldChg>
      <pc:sldChg chg="addSp delSp modSp mod">
        <pc:chgData name="Brad Stern" userId="f21b750b-ba28-46ee-aa5a-2b0118dae2f8" providerId="ADAL" clId="{5AAEADA3-A42C-45DD-83A9-2748BE2127D6}" dt="2026-05-05T14:03:51.476" v="1099" actId="20577"/>
        <pc:sldMkLst>
          <pc:docMk/>
          <pc:sldMk cId="3406440918" sldId="2147475673"/>
        </pc:sldMkLst>
        <pc:spChg chg="mod">
          <ac:chgData name="Brad Stern" userId="f21b750b-ba28-46ee-aa5a-2b0118dae2f8" providerId="ADAL" clId="{5AAEADA3-A42C-45DD-83A9-2748BE2127D6}" dt="2026-05-01T15:40:50.866" v="1046" actId="20577"/>
          <ac:spMkLst>
            <pc:docMk/>
            <pc:sldMk cId="3406440918" sldId="2147475673"/>
            <ac:spMk id="5" creationId="{8DF11469-155A-29BE-A6BD-A5BA42C30A0A}"/>
          </ac:spMkLst>
        </pc:spChg>
        <pc:spChg chg="mod">
          <ac:chgData name="Brad Stern" userId="f21b750b-ba28-46ee-aa5a-2b0118dae2f8" providerId="ADAL" clId="{5AAEADA3-A42C-45DD-83A9-2748BE2127D6}" dt="2026-05-05T14:03:51.476" v="1099" actId="20577"/>
          <ac:spMkLst>
            <pc:docMk/>
            <pc:sldMk cId="3406440918" sldId="2147475673"/>
            <ac:spMk id="9" creationId="{30C76C6F-3D07-1750-8574-AB8ECCEFA731}"/>
          </ac:spMkLst>
        </pc:spChg>
        <pc:picChg chg="add mod">
          <ac:chgData name="Brad Stern" userId="f21b750b-ba28-46ee-aa5a-2b0118dae2f8" providerId="ADAL" clId="{5AAEADA3-A42C-45DD-83A9-2748BE2127D6}" dt="2026-04-29T17:16:35.697" v="2" actId="1076"/>
          <ac:picMkLst>
            <pc:docMk/>
            <pc:sldMk cId="3406440918" sldId="2147475673"/>
            <ac:picMk id="2" creationId="{7E69C108-A170-312B-585D-6D5BA38AC4C0}"/>
          </ac:picMkLst>
        </pc:pic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569054214" sldId="2147482356"/>
        </pc:sldMkLst>
        <pc:spChg chg="mod">
          <ac:chgData name="Brad Stern" userId="f21b750b-ba28-46ee-aa5a-2b0118dae2f8" providerId="ADAL" clId="{5AAEADA3-A42C-45DD-83A9-2748BE2127D6}" dt="2026-05-05T13:16:47.982" v="1080" actId="27636"/>
          <ac:spMkLst>
            <pc:docMk/>
            <pc:sldMk cId="569054214" sldId="2147482356"/>
            <ac:spMk id="2" creationId="{FA7789DC-2E4B-572E-EF75-B1551403FFDB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252565734" sldId="2147482369"/>
        </pc:sldMkLst>
      </pc:sldChg>
      <pc:sldChg chg="modSp add del mod">
        <pc:chgData name="Brad Stern" userId="f21b750b-ba28-46ee-aa5a-2b0118dae2f8" providerId="ADAL" clId="{5AAEADA3-A42C-45DD-83A9-2748BE2127D6}" dt="2026-05-05T14:36:38.855" v="1232" actId="47"/>
        <pc:sldMkLst>
          <pc:docMk/>
          <pc:sldMk cId="4067663294" sldId="2147482370"/>
        </pc:sldMkLst>
        <pc:spChg chg="mod">
          <ac:chgData name="Brad Stern" userId="f21b750b-ba28-46ee-aa5a-2b0118dae2f8" providerId="ADAL" clId="{5AAEADA3-A42C-45DD-83A9-2748BE2127D6}" dt="2026-05-05T14:33:10.939" v="1211" actId="27636"/>
          <ac:spMkLst>
            <pc:docMk/>
            <pc:sldMk cId="4067663294" sldId="2147482370"/>
            <ac:spMk id="7" creationId="{69F1DCE9-7FDA-87FE-534F-A928257B7CCE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1106763720" sldId="2147482371"/>
        </pc:sldMkLst>
      </pc:sldChg>
      <pc:sldChg chg="modSp new mod">
        <pc:chgData name="Brad Stern" userId="f21b750b-ba28-46ee-aa5a-2b0118dae2f8" providerId="ADAL" clId="{5AAEADA3-A42C-45DD-83A9-2748BE2127D6}" dt="2026-05-05T14:29:38.203" v="1209" actId="6549"/>
        <pc:sldMkLst>
          <pc:docMk/>
          <pc:sldMk cId="2807869498" sldId="2147483562"/>
        </pc:sldMkLst>
        <pc:spChg chg="mod">
          <ac:chgData name="Brad Stern" userId="f21b750b-ba28-46ee-aa5a-2b0118dae2f8" providerId="ADAL" clId="{5AAEADA3-A42C-45DD-83A9-2748BE2127D6}" dt="2026-04-29T18:12:10.191" v="240" actId="20577"/>
          <ac:spMkLst>
            <pc:docMk/>
            <pc:sldMk cId="2807869498" sldId="2147483562"/>
            <ac:spMk id="2" creationId="{C7EB4615-6D54-2E7B-98E6-818B9B56D170}"/>
          </ac:spMkLst>
        </pc:spChg>
        <pc:spChg chg="mod">
          <ac:chgData name="Brad Stern" userId="f21b750b-ba28-46ee-aa5a-2b0118dae2f8" providerId="ADAL" clId="{5AAEADA3-A42C-45DD-83A9-2748BE2127D6}" dt="2026-05-05T14:29:38.203" v="1209" actId="6549"/>
          <ac:spMkLst>
            <pc:docMk/>
            <pc:sldMk cId="2807869498" sldId="2147483562"/>
            <ac:spMk id="3" creationId="{DD648B1C-C0A2-9EFC-8D48-A17EE170F259}"/>
          </ac:spMkLst>
        </pc:spChg>
      </pc:sldChg>
      <pc:sldChg chg="addSp delSp modSp new mod">
        <pc:chgData name="Brad Stern" userId="f21b750b-ba28-46ee-aa5a-2b0118dae2f8" providerId="ADAL" clId="{5AAEADA3-A42C-45DD-83A9-2748BE2127D6}" dt="2026-05-05T14:37:31.974" v="1236" actId="14734"/>
        <pc:sldMkLst>
          <pc:docMk/>
          <pc:sldMk cId="2959761277" sldId="2147483563"/>
        </pc:sldMkLst>
        <pc:spChg chg="mod">
          <ac:chgData name="Brad Stern" userId="f21b750b-ba28-46ee-aa5a-2b0118dae2f8" providerId="ADAL" clId="{5AAEADA3-A42C-45DD-83A9-2748BE2127D6}" dt="2026-04-29T18:14:08.594" v="289" actId="20577"/>
          <ac:spMkLst>
            <pc:docMk/>
            <pc:sldMk cId="2959761277" sldId="2147483563"/>
            <ac:spMk id="2" creationId="{C3D15FE3-280F-F3A5-71AD-1E08D125BD2F}"/>
          </ac:spMkLst>
        </pc:spChg>
        <pc:spChg chg="del mod">
          <ac:chgData name="Brad Stern" userId="f21b750b-ba28-46ee-aa5a-2b0118dae2f8" providerId="ADAL" clId="{5AAEADA3-A42C-45DD-83A9-2748BE2127D6}" dt="2026-05-05T14:35:46.422" v="1221" actId="478"/>
          <ac:spMkLst>
            <pc:docMk/>
            <pc:sldMk cId="2959761277" sldId="2147483563"/>
            <ac:spMk id="3" creationId="{B647A93A-2C4A-2E16-B9E1-51B82FE4017C}"/>
          </ac:spMkLst>
        </pc:spChg>
        <pc:spChg chg="add del mod">
          <ac:chgData name="Brad Stern" userId="f21b750b-ba28-46ee-aa5a-2b0118dae2f8" providerId="ADAL" clId="{5AAEADA3-A42C-45DD-83A9-2748BE2127D6}" dt="2026-05-05T14:35:48.703" v="1222" actId="478"/>
          <ac:spMkLst>
            <pc:docMk/>
            <pc:sldMk cId="2959761277" sldId="2147483563"/>
            <ac:spMk id="6" creationId="{949756BB-4CF3-CC86-8373-BFC81DD07C82}"/>
          </ac:spMkLst>
        </pc:spChg>
        <pc:graphicFrameChg chg="add mod modGraphic">
          <ac:chgData name="Brad Stern" userId="f21b750b-ba28-46ee-aa5a-2b0118dae2f8" providerId="ADAL" clId="{5AAEADA3-A42C-45DD-83A9-2748BE2127D6}" dt="2026-05-05T14:37:31.974" v="1236" actId="14734"/>
          <ac:graphicFrameMkLst>
            <pc:docMk/>
            <pc:sldMk cId="2959761277" sldId="2147483563"/>
            <ac:graphicFrameMk id="7" creationId="{0E74851D-2888-E879-D544-295A86838B18}"/>
          </ac:graphicFrameMkLst>
        </pc:graphicFrameChg>
      </pc:sldChg>
      <pc:sldChg chg="modSp new mod ord">
        <pc:chgData name="Brad Stern" userId="f21b750b-ba28-46ee-aa5a-2b0118dae2f8" providerId="ADAL" clId="{5AAEADA3-A42C-45DD-83A9-2748BE2127D6}" dt="2026-05-05T14:36:55.783" v="1234"/>
        <pc:sldMkLst>
          <pc:docMk/>
          <pc:sldMk cId="989161634" sldId="2147483564"/>
        </pc:sldMkLst>
        <pc:spChg chg="mod">
          <ac:chgData name="Brad Stern" userId="f21b750b-ba28-46ee-aa5a-2b0118dae2f8" providerId="ADAL" clId="{5AAEADA3-A42C-45DD-83A9-2748BE2127D6}" dt="2026-04-29T18:46:31.658" v="542" actId="20577"/>
          <ac:spMkLst>
            <pc:docMk/>
            <pc:sldMk cId="989161634" sldId="2147483564"/>
            <ac:spMk id="2" creationId="{36E153B4-1D88-5A5A-324C-A36B2074930F}"/>
          </ac:spMkLst>
        </pc:spChg>
        <pc:spChg chg="mod">
          <ac:chgData name="Brad Stern" userId="f21b750b-ba28-46ee-aa5a-2b0118dae2f8" providerId="ADAL" clId="{5AAEADA3-A42C-45DD-83A9-2748BE2127D6}" dt="2026-05-05T14:26:44.472" v="1187" actId="13926"/>
          <ac:spMkLst>
            <pc:docMk/>
            <pc:sldMk cId="989161634" sldId="2147483564"/>
            <ac:spMk id="3" creationId="{B7A14FEA-5598-B302-8B22-3C2177D7A7CA}"/>
          </ac:spMkLst>
        </pc:spChg>
      </pc:sldChg>
      <pc:sldChg chg="addSp delSp modSp new del mod">
        <pc:chgData name="Brad Stern" userId="f21b750b-ba28-46ee-aa5a-2b0118dae2f8" providerId="ADAL" clId="{5AAEADA3-A42C-45DD-83A9-2748BE2127D6}" dt="2026-05-05T14:29:31.007" v="1208" actId="47"/>
        <pc:sldMkLst>
          <pc:docMk/>
          <pc:sldMk cId="3516978258" sldId="2147483565"/>
        </pc:sldMkLst>
      </pc:sldChg>
      <pc:sldChg chg="addSp delSp modSp new mod">
        <pc:chgData name="Brad Stern" userId="f21b750b-ba28-46ee-aa5a-2b0118dae2f8" providerId="ADAL" clId="{5AAEADA3-A42C-45DD-83A9-2748BE2127D6}" dt="2026-05-05T14:24:05.272" v="1186" actId="6549"/>
        <pc:sldMkLst>
          <pc:docMk/>
          <pc:sldMk cId="2818971723" sldId="2147483566"/>
        </pc:sldMkLst>
        <pc:spChg chg="mod">
          <ac:chgData name="Brad Stern" userId="f21b750b-ba28-46ee-aa5a-2b0118dae2f8" providerId="ADAL" clId="{5AAEADA3-A42C-45DD-83A9-2748BE2127D6}" dt="2026-05-05T14:24:05.272" v="1186" actId="6549"/>
          <ac:spMkLst>
            <pc:docMk/>
            <pc:sldMk cId="2818971723" sldId="2147483566"/>
            <ac:spMk id="2" creationId="{18062E72-816E-8DFF-E426-AB5BBD4648F4}"/>
          </ac:spMkLst>
        </pc:spChg>
        <pc:graphicFrameChg chg="add mod modGraphic">
          <ac:chgData name="Brad Stern" userId="f21b750b-ba28-46ee-aa5a-2b0118dae2f8" providerId="ADAL" clId="{5AAEADA3-A42C-45DD-83A9-2748BE2127D6}" dt="2026-04-29T18:40:45.882" v="503" actId="113"/>
          <ac:graphicFrameMkLst>
            <pc:docMk/>
            <pc:sldMk cId="2818971723" sldId="2147483566"/>
            <ac:graphicFrameMk id="5" creationId="{59091706-B673-1D32-5941-DF32F3879F28}"/>
          </ac:graphicFrameMkLst>
        </pc:graphicFrameChg>
      </pc:sldChg>
      <pc:sldChg chg="addSp delSp modSp new mod">
        <pc:chgData name="Brad Stern" userId="f21b750b-ba28-46ee-aa5a-2b0118dae2f8" providerId="ADAL" clId="{5AAEADA3-A42C-45DD-83A9-2748BE2127D6}" dt="2026-05-05T14:42:54.472" v="1298" actId="20577"/>
        <pc:sldMkLst>
          <pc:docMk/>
          <pc:sldMk cId="2360527773" sldId="2147483567"/>
        </pc:sldMkLst>
        <pc:spChg chg="mod">
          <ac:chgData name="Brad Stern" userId="f21b750b-ba28-46ee-aa5a-2b0118dae2f8" providerId="ADAL" clId="{5AAEADA3-A42C-45DD-83A9-2748BE2127D6}" dt="2026-05-05T14:42:54.472" v="1298" actId="20577"/>
          <ac:spMkLst>
            <pc:docMk/>
            <pc:sldMk cId="2360527773" sldId="2147483567"/>
            <ac:spMk id="2" creationId="{DB819BF4-9DDC-7E75-4038-6937343DC7FD}"/>
          </ac:spMkLst>
        </pc:spChg>
        <pc:graphicFrameChg chg="add mod">
          <ac:chgData name="Brad Stern" userId="f21b750b-ba28-46ee-aa5a-2b0118dae2f8" providerId="ADAL" clId="{5AAEADA3-A42C-45DD-83A9-2748BE2127D6}" dt="2026-05-05T14:38:55.372" v="1237"/>
          <ac:graphicFrameMkLst>
            <pc:docMk/>
            <pc:sldMk cId="2360527773" sldId="2147483567"/>
            <ac:graphicFrameMk id="3" creationId="{B351B8AC-53BC-69A1-14B3-47D4A74710E0}"/>
          </ac:graphicFrameMkLst>
        </pc:graphicFrameChg>
        <pc:graphicFrameChg chg="add mod modGraphic">
          <ac:chgData name="Brad Stern" userId="f21b750b-ba28-46ee-aa5a-2b0118dae2f8" providerId="ADAL" clId="{5AAEADA3-A42C-45DD-83A9-2748BE2127D6}" dt="2026-04-29T19:02:08.746" v="930" actId="14734"/>
          <ac:graphicFrameMkLst>
            <pc:docMk/>
            <pc:sldMk cId="2360527773" sldId="2147483567"/>
            <ac:graphicFrameMk id="5" creationId="{1F9E6647-0B0A-1A44-F06C-AAB281B509F2}"/>
          </ac:graphicFrameMkLst>
        </pc:graphicFrameChg>
      </pc:sldChg>
      <pc:sldChg chg="addSp delSp modSp new mod">
        <pc:chgData name="Brad Stern" userId="f21b750b-ba28-46ee-aa5a-2b0118dae2f8" providerId="ADAL" clId="{5AAEADA3-A42C-45DD-83A9-2748BE2127D6}" dt="2026-04-29T20:16:50.837" v="967" actId="20577"/>
        <pc:sldMkLst>
          <pc:docMk/>
          <pc:sldMk cId="1006519699" sldId="2147483568"/>
        </pc:sldMkLst>
        <pc:spChg chg="mod">
          <ac:chgData name="Brad Stern" userId="f21b750b-ba28-46ee-aa5a-2b0118dae2f8" providerId="ADAL" clId="{5AAEADA3-A42C-45DD-83A9-2748BE2127D6}" dt="2026-04-29T18:47:43.727" v="624" actId="20577"/>
          <ac:spMkLst>
            <pc:docMk/>
            <pc:sldMk cId="1006519699" sldId="2147483568"/>
            <ac:spMk id="2" creationId="{1A770CB3-E450-B30E-97DA-1A6961AFB520}"/>
          </ac:spMkLst>
        </pc:spChg>
        <pc:spChg chg="add del mod">
          <ac:chgData name="Brad Stern" userId="f21b750b-ba28-46ee-aa5a-2b0118dae2f8" providerId="ADAL" clId="{5AAEADA3-A42C-45DD-83A9-2748BE2127D6}" dt="2026-04-29T20:16:50.837" v="967" actId="20577"/>
          <ac:spMkLst>
            <pc:docMk/>
            <pc:sldMk cId="1006519699" sldId="2147483568"/>
            <ac:spMk id="3" creationId="{DF3A60EB-28E7-05A6-D246-78BD346D12D5}"/>
          </ac:spMkLst>
        </pc:spChg>
      </pc:sldChg>
      <pc:sldChg chg="addSp delSp modSp new mod">
        <pc:chgData name="Brad Stern" userId="f21b750b-ba28-46ee-aa5a-2b0118dae2f8" providerId="ADAL" clId="{5AAEADA3-A42C-45DD-83A9-2748BE2127D6}" dt="2026-05-05T14:42:39.662" v="1290" actId="1076"/>
        <pc:sldMkLst>
          <pc:docMk/>
          <pc:sldMk cId="629819557" sldId="2147483569"/>
        </pc:sldMkLst>
        <pc:spChg chg="del mod">
          <ac:chgData name="Brad Stern" userId="f21b750b-ba28-46ee-aa5a-2b0118dae2f8" providerId="ADAL" clId="{5AAEADA3-A42C-45DD-83A9-2748BE2127D6}" dt="2026-05-05T14:40:16.626" v="1269" actId="478"/>
          <ac:spMkLst>
            <pc:docMk/>
            <pc:sldMk cId="629819557" sldId="2147483569"/>
            <ac:spMk id="2" creationId="{AB27EBFD-469F-346A-02C1-2BA080DBACFD}"/>
          </ac:spMkLst>
        </pc:spChg>
        <pc:spChg chg="add del mod">
          <ac:chgData name="Brad Stern" userId="f21b750b-ba28-46ee-aa5a-2b0118dae2f8" providerId="ADAL" clId="{5AAEADA3-A42C-45DD-83A9-2748BE2127D6}" dt="2026-05-05T14:40:19.126" v="1270" actId="478"/>
          <ac:spMkLst>
            <pc:docMk/>
            <pc:sldMk cId="629819557" sldId="2147483569"/>
            <ac:spMk id="7" creationId="{C2CFB9CA-9D68-BE0E-502B-7569C9C3336F}"/>
          </ac:spMkLst>
        </pc:spChg>
        <pc:spChg chg="add mod">
          <ac:chgData name="Brad Stern" userId="f21b750b-ba28-46ee-aa5a-2b0118dae2f8" providerId="ADAL" clId="{5AAEADA3-A42C-45DD-83A9-2748BE2127D6}" dt="2026-05-05T14:40:36.228" v="1288" actId="20577"/>
          <ac:spMkLst>
            <pc:docMk/>
            <pc:sldMk cId="629819557" sldId="2147483569"/>
            <ac:spMk id="8" creationId="{AB25223B-013D-DC3F-1E1E-1A700DA2856E}"/>
          </ac:spMkLst>
        </pc:spChg>
        <pc:picChg chg="add mod">
          <ac:chgData name="Brad Stern" userId="f21b750b-ba28-46ee-aa5a-2b0118dae2f8" providerId="ADAL" clId="{5AAEADA3-A42C-45DD-83A9-2748BE2127D6}" dt="2026-05-05T14:42:39.662" v="1290" actId="1076"/>
          <ac:picMkLst>
            <pc:docMk/>
            <pc:sldMk cId="629819557" sldId="2147483569"/>
            <ac:picMk id="5" creationId="{8D6EAEE2-63F2-CA27-BB37-EEDB9D529EC8}"/>
          </ac:picMkLst>
        </pc:picChg>
      </pc:sldChg>
      <pc:sldChg chg="modSp add del mod">
        <pc:chgData name="Brad Stern" userId="f21b750b-ba28-46ee-aa5a-2b0118dae2f8" providerId="ADAL" clId="{5AAEADA3-A42C-45DD-83A9-2748BE2127D6}" dt="2026-05-05T13:19:49.263" v="1098" actId="47"/>
        <pc:sldMkLst>
          <pc:docMk/>
          <pc:sldMk cId="2299573152" sldId="2147483646"/>
        </pc:sldMkLst>
        <pc:spChg chg="mod">
          <ac:chgData name="Brad Stern" userId="f21b750b-ba28-46ee-aa5a-2b0118dae2f8" providerId="ADAL" clId="{5AAEADA3-A42C-45DD-83A9-2748BE2127D6}" dt="2026-05-05T13:16:47.995" v="1085" actId="27636"/>
          <ac:spMkLst>
            <pc:docMk/>
            <pc:sldMk cId="2299573152" sldId="2147483646"/>
            <ac:spMk id="33" creationId="{AC4C5BF3-827E-B761-DE85-7BD875D387E1}"/>
          </ac:spMkLst>
        </pc:spChg>
      </pc:sldChg>
      <pc:sldChg chg="add del">
        <pc:chgData name="Brad Stern" userId="f21b750b-ba28-46ee-aa5a-2b0118dae2f8" providerId="ADAL" clId="{5AAEADA3-A42C-45DD-83A9-2748BE2127D6}" dt="2026-05-05T13:19:49.263" v="1098" actId="47"/>
        <pc:sldMkLst>
          <pc:docMk/>
          <pc:sldMk cId="3185300097" sldId="2147483647"/>
        </pc:sldMkLst>
      </pc:sldChg>
      <pc:sldMasterChg chg="delSldLayout modSldLayout">
        <pc:chgData name="Brad Stern" userId="f21b750b-ba28-46ee-aa5a-2b0118dae2f8" providerId="ADAL" clId="{5AAEADA3-A42C-45DD-83A9-2748BE2127D6}" dt="2026-05-05T14:36:38.855" v="1232" actId="47"/>
        <pc:sldMasterMkLst>
          <pc:docMk/>
          <pc:sldMasterMk cId="1081951210" sldId="2147483648"/>
        </pc:sldMasterMkLst>
        <pc:sldLayoutChg chg="modSp mod">
          <pc:chgData name="Brad Stern" userId="f21b750b-ba28-46ee-aa5a-2b0118dae2f8" providerId="ADAL" clId="{5AAEADA3-A42C-45DD-83A9-2748BE2127D6}" dt="2026-04-29T18:13:42.285" v="275" actId="14100"/>
          <pc:sldLayoutMkLst>
            <pc:docMk/>
            <pc:sldMasterMk cId="1081951210" sldId="2147483648"/>
            <pc:sldLayoutMk cId="3704511973" sldId="2147483650"/>
          </pc:sldLayoutMkLst>
          <pc:spChg chg="mod">
            <ac:chgData name="Brad Stern" userId="f21b750b-ba28-46ee-aa5a-2b0118dae2f8" providerId="ADAL" clId="{5AAEADA3-A42C-45DD-83A9-2748BE2127D6}" dt="2026-04-29T18:13:36.255" v="274" actId="14100"/>
            <ac:spMkLst>
              <pc:docMk/>
              <pc:sldMasterMk cId="1081951210" sldId="2147483648"/>
              <pc:sldLayoutMk cId="3704511973" sldId="2147483650"/>
              <ac:spMk id="2" creationId="{6A2A9A00-06C3-27FE-669C-DD63ADB567AA}"/>
            </ac:spMkLst>
          </pc:spChg>
          <pc:spChg chg="mod">
            <ac:chgData name="Brad Stern" userId="f21b750b-ba28-46ee-aa5a-2b0118dae2f8" providerId="ADAL" clId="{5AAEADA3-A42C-45DD-83A9-2748BE2127D6}" dt="2026-04-29T18:13:42.285" v="275" actId="14100"/>
            <ac:spMkLst>
              <pc:docMk/>
              <pc:sldMasterMk cId="1081951210" sldId="2147483648"/>
              <pc:sldLayoutMk cId="3704511973" sldId="2147483650"/>
              <ac:spMk id="3" creationId="{0228E41F-18E3-D642-728E-9642A2AC1CAE}"/>
            </ac:spMkLst>
          </pc:spChg>
          <pc:spChg chg="mod">
            <ac:chgData name="Brad Stern" userId="f21b750b-ba28-46ee-aa5a-2b0118dae2f8" providerId="ADAL" clId="{5AAEADA3-A42C-45DD-83A9-2748BE2127D6}" dt="2026-04-29T18:13:24.065" v="272" actId="1036"/>
            <ac:spMkLst>
              <pc:docMk/>
              <pc:sldMasterMk cId="1081951210" sldId="2147483648"/>
              <pc:sldLayoutMk cId="3704511973" sldId="2147483650"/>
              <ac:spMk id="6" creationId="{14F7BDFB-48F8-5DBF-EDC7-49BCF4589590}"/>
            </ac:spMkLst>
          </pc:spChg>
          <pc:spChg chg="mod">
            <ac:chgData name="Brad Stern" userId="f21b750b-ba28-46ee-aa5a-2b0118dae2f8" providerId="ADAL" clId="{5AAEADA3-A42C-45DD-83A9-2748BE2127D6}" dt="2026-04-29T18:13:24.065" v="272" actId="1036"/>
            <ac:spMkLst>
              <pc:docMk/>
              <pc:sldMasterMk cId="1081951210" sldId="2147483648"/>
              <pc:sldLayoutMk cId="3704511973" sldId="2147483650"/>
              <ac:spMk id="7" creationId="{8FD1A001-6A27-6599-1D6A-BE95A8F58C8C}"/>
            </ac:spMkLst>
          </pc:spChg>
        </pc:sldLayoutChg>
        <pc:sldLayoutChg chg="del">
          <pc:chgData name="Brad Stern" userId="f21b750b-ba28-46ee-aa5a-2b0118dae2f8" providerId="ADAL" clId="{5AAEADA3-A42C-45DD-83A9-2748BE2127D6}" dt="2026-05-05T14:36:38.855" v="1232" actId="47"/>
          <pc:sldLayoutMkLst>
            <pc:docMk/>
            <pc:sldMasterMk cId="1081951210" sldId="2147483648"/>
            <pc:sldLayoutMk cId="2666314220" sldId="214748366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923502048" sldId="214748366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728834940" sldId="214748366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260543139" sldId="214748366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937354650" sldId="2147483664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151018827" sldId="2147483665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18460771" sldId="2147483666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95433909" sldId="2147483667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21108111" sldId="2147483668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16248053" sldId="2147483669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994979488" sldId="2147483670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815087720" sldId="214748367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2732478686" sldId="214748367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23634557" sldId="214748367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893276308" sldId="2147483674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787072201" sldId="2147483675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764334104" sldId="2147483676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199103731" sldId="2147483677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590449483" sldId="2147483678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205266497" sldId="2147483679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3594152744" sldId="2147483680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193855569" sldId="2147483681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6732155" sldId="2147483682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73902028" sldId="2147483683"/>
          </pc:sldLayoutMkLst>
        </pc:sldLayoutChg>
        <pc:sldLayoutChg chg="del">
          <pc:chgData name="Brad Stern" userId="f21b750b-ba28-46ee-aa5a-2b0118dae2f8" providerId="ADAL" clId="{5AAEADA3-A42C-45DD-83A9-2748BE2127D6}" dt="2026-05-05T13:19:49.263" v="1098" actId="47"/>
          <pc:sldLayoutMkLst>
            <pc:docMk/>
            <pc:sldMasterMk cId="1081951210" sldId="2147483648"/>
            <pc:sldLayoutMk cId="4019065283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F80CA-95C1-41E4-AABE-A8A0E732C30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9FBAB-D5F1-49B8-9C86-999BE2830B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7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6D86-36A1-5104-0009-697D24D09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AF460-0C26-DF88-F316-1B1E6292B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0BAE8-C0D8-9305-CB39-080902A6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B8859C-F19F-0FFA-9F84-2EA0B37D7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79363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9A00-06C3-27FE-669C-DD63ADB56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5" y="136525"/>
            <a:ext cx="11894389" cy="8296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8E41F-18E3-D642-728E-9642A2AC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84" y="1104181"/>
            <a:ext cx="11894389" cy="52621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BDFB-48F8-5DBF-EDC7-49BCF458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7114"/>
            <a:ext cx="2743200" cy="365125"/>
          </a:xfrm>
        </p:spPr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FD1A001-6A27-6599-1D6A-BE95A8F58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711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Kickoff</a:t>
            </a:r>
          </a:p>
        </p:txBody>
      </p:sp>
    </p:spTree>
    <p:extLst>
      <p:ext uri="{BB962C8B-B14F-4D97-AF65-F5344CB8AC3E}">
        <p14:creationId xmlns:p14="http://schemas.microsoft.com/office/powerpoint/2010/main" val="370451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CD5-FBCA-5DFB-9823-ADC9F17D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FB65-8840-02FC-352E-9AF56CF01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C6173-5619-A763-1F30-266E174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51C43D-919B-531B-71C2-B92AE7F66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52511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2ED9-B1AA-11CF-C752-199730CF5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596C-9C39-BE1B-FA71-4A7AB00A42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C325B-1976-FFDD-23CD-F4D105F51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7EF84-9176-3936-B3AB-82E6B70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ADD6EF3-FF85-6DED-FC58-756C3BF9B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759310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9C26-C3E5-9C1E-36A6-48F6CEB4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9579F-E817-2218-CB47-B7F3E9E9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A477E-0895-82F5-1105-F70EA2445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1ADD-2486-546B-88D1-9D3879E45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7ED51-31B1-6229-95DE-9565506EC1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25FD4-94A0-31DA-C03E-78470C839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FF28B16-B382-40A0-E5D7-8285530CD24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02662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16CAC-3597-E488-4179-C85D0DB03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F3FA0-2B6A-DC23-7E29-9C233387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335349C-298E-1ACE-FC35-1245FE103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23085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993CA-CE98-ED81-A834-881DA4BF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CFB9-CA9D-72BF-084A-EE98960BD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37224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402E-82A6-B507-31C2-B4C26ABB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DA3E-6BA6-FED3-8C08-AB9724C3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34B45-570F-5DFA-7C03-BE1FB0DC3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69166-FA7C-8379-6001-2A3B103B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74CF13-DFDF-59F4-6C09-41507FCD3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422726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6C08-232F-051F-AE28-92489720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4A6BAE-A9D8-642C-14AD-5F4C7C3AF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AA2D-1BD3-67F8-806A-E7EBBCD95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1DDED-B9E3-B046-A876-0592B775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3A69BED-4987-9838-6FA4-00A24BB26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43333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A8FB-025E-F5AD-910C-73A9A684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D943E-1BF2-9F44-F7FF-766A2516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8EE9C-5CE1-5340-1FD5-62CCDBFE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E570D42-CDEA-4578-9924-2DD424921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16630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706A50-C8CE-C55F-4022-766A3A154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5F755-1496-230F-BD25-0A141B687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15C2A-7317-85C4-6B78-040E74F3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430618-726C-E11D-D8FE-D229924E8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719869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&amp;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775" y="6318821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C0000"/>
                </a:solidFill>
              </a:rPr>
              <a:pPr/>
              <a:t>‹#›</a:t>
            </a:fld>
            <a:endParaRPr lang="es-ES">
              <a:solidFill>
                <a:srgbClr val="EC0000"/>
              </a:solidFill>
            </a:endParaRP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624FA7-75BE-17AB-8CC0-056436448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IBM Technology Expert Labs – Status Report</a:t>
            </a:r>
          </a:p>
        </p:txBody>
      </p:sp>
    </p:spTree>
    <p:extLst>
      <p:ext uri="{BB962C8B-B14F-4D97-AF65-F5344CB8AC3E}">
        <p14:creationId xmlns:p14="http://schemas.microsoft.com/office/powerpoint/2010/main" val="215823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2794BB-D3D5-9650-DFF4-3822A88B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EB37-96CB-E400-FD86-7B15B604C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ED5F4-5719-6A2F-D60B-A9D1ABCB3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63F0F-FE9B-4B45-BA89-BEF52BF31EA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5CB1466-F207-D423-4DAB-954FF3478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    IBM Technology Expert Labs – Status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DF340-7116-8B94-CA09-FD12E810AE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56884" y="6393369"/>
            <a:ext cx="791922" cy="29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5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364FB-EEE4-2001-642A-D23C04D4D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IBM Expert Labs – Project Kickoff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76C6F-3D07-1750-8574-AB8ECCEFA73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3297" y="5121755"/>
            <a:ext cx="45888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Condensed" panose="020B0506050203000203" pitchFamily="34" charset="77"/>
              </a:rPr>
              <a:t>Canada life</a:t>
            </a:r>
          </a:p>
          <a:p>
            <a:r>
              <a:rPr lang="en-US" sz="14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Condensed" panose="020B0506050203000203" pitchFamily="34" charset="77"/>
              </a:rPr>
              <a:t>Automated Decision Services (ADS) - POV</a:t>
            </a:r>
          </a:p>
          <a:p>
            <a:r>
              <a:rPr lang="en-US" sz="1400" b="1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Condensed" panose="020B0506050203000203" pitchFamily="34" charset="77"/>
              </a:rPr>
              <a:t>IBM project preliminary kickoff</a:t>
            </a:r>
          </a:p>
          <a:p>
            <a:r>
              <a:rPr lang="en-US" sz="1400" b="1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Condensed" panose="020B0506050203000203" pitchFamily="34" charset="77"/>
              </a:rPr>
              <a:t>date: may 5, 2026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BD6A4F-B693-2E10-0FBC-EDDB26148C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52699" y="0"/>
            <a:ext cx="113930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5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2E6C5FB3-A514-C206-E875-CEE61C33E8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243297" y="685660"/>
            <a:ext cx="5012283" cy="617366"/>
          </a:xfrm>
        </p:spPr>
        <p:txBody>
          <a:bodyPr>
            <a:normAutofit fontScale="97500"/>
          </a:bodyPr>
          <a:lstStyle/>
          <a:p>
            <a:r>
              <a:rPr lang="en-US" sz="2000" b="1" cap="all" dirty="0">
                <a:latin typeface="IBM Plex Sans Condensed" panose="020B0506050203000203" pitchFamily="34" charset="77"/>
              </a:rPr>
              <a:t>IBM Expert Labs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11469-155A-29BE-A6BD-A5BA42C30A0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70090" y="343941"/>
            <a:ext cx="390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all" dirty="0">
                <a:solidFill>
                  <a:schemeClr val="bg1">
                    <a:lumMod val="50000"/>
                  </a:schemeClr>
                </a:solidFill>
                <a:latin typeface="IBM Plex Sans" panose="020B0503050203000203" pitchFamily="34" charset="0"/>
              </a:rPr>
              <a:t>Project preliminary Kickoff</a:t>
            </a:r>
          </a:p>
        </p:txBody>
      </p:sp>
      <p:pic>
        <p:nvPicPr>
          <p:cNvPr id="3" name="Graphic 2" descr="Take Off outline">
            <a:extLst>
              <a:ext uri="{FF2B5EF4-FFF2-40B4-BE49-F238E27FC236}">
                <a16:creationId xmlns:a16="http://schemas.microsoft.com/office/drawing/2014/main" id="{D0359E8A-BD6D-7087-43E5-AFF155C2BC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7892" y="239940"/>
            <a:ext cx="542198" cy="54219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7E69C108-A170-312B-585D-6D5BA38AC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4375" y="1644745"/>
            <a:ext cx="7559354" cy="260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4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4615-6D54-2E7B-98E6-818B9B56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48B1C-C0A2-9EFC-8D48-A17EE170F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Project description</a:t>
            </a:r>
          </a:p>
          <a:p>
            <a:r>
              <a:rPr lang="en-US" dirty="0"/>
              <a:t>High-level project schedule</a:t>
            </a:r>
          </a:p>
          <a:p>
            <a:r>
              <a:rPr lang="en-US" dirty="0"/>
              <a:t>Communication Plan</a:t>
            </a:r>
          </a:p>
          <a:p>
            <a:r>
              <a:rPr lang="en-US" dirty="0"/>
              <a:t>Next steps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103E9-2C92-B2B4-93EB-28E242F61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Status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869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53B4-1D88-5A5A-324C-A36B2074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14FEA-5598-B302-8B22-3C2177D7A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purpose of the project is to demonstrate and validate the business and technical value of modernizing eligibility and decision-making logic for Canada Life using IBM </a:t>
            </a:r>
            <a:r>
              <a:rPr lang="en-US" u="sng" dirty="0"/>
              <a:t>A</a:t>
            </a:r>
            <a:r>
              <a:rPr lang="en-US" dirty="0"/>
              <a:t>utomation </a:t>
            </a:r>
            <a:r>
              <a:rPr lang="en-US" u="sng" dirty="0"/>
              <a:t>D</a:t>
            </a:r>
            <a:r>
              <a:rPr lang="en-US" dirty="0"/>
              <a:t>ecision </a:t>
            </a:r>
            <a:r>
              <a:rPr lang="en-US" u="sng" dirty="0"/>
              <a:t>S</a:t>
            </a:r>
            <a:r>
              <a:rPr lang="en-US" dirty="0"/>
              <a:t>ervices (ADS).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Establish strong project governance and oversight to ensure controlled, on‑time delivery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Define the Proof of Value scope, success criteria, and target architecture for IBM ADS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Model and externalize eligibility decisions and rules into transparent, governed decision services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Build a working pilot decision service demonstrating real eligibility logic in ADS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Provide decision visibility through dashboards showing outcomes and business impact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Enable Canada Life teams through hands‑on training and knowledge transfer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en-US" dirty="0"/>
              <a:t>Deliver a clear PoV readout with findings, recommendations, and a scale‑up roadmap</a:t>
            </a:r>
          </a:p>
          <a:p>
            <a:r>
              <a:rPr lang="en-US" i="1" dirty="0"/>
              <a:t>Note - The rules for this scope of work are deployed only in a first environment. The deployment of the rules in FIT, UAT and Prod is </a:t>
            </a:r>
            <a:r>
              <a:rPr lang="en-US" i="1" u="sng" dirty="0"/>
              <a:t>not</a:t>
            </a:r>
            <a:r>
              <a:rPr lang="en-US" i="1" dirty="0"/>
              <a:t> included in this scope of work. </a:t>
            </a:r>
            <a:endParaRPr lang="en-CA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6DFE-AC58-CBD6-68E2-4EBE7E13D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Kickoff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61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5FE3-280F-F3A5-71AD-1E08D125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943C5F-7877-3AA8-6D3B-22DAA8C9B9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Kickoff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74851D-2888-E879-D544-295A8683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158069"/>
              </p:ext>
            </p:extLst>
          </p:nvPr>
        </p:nvGraphicFramePr>
        <p:xfrm>
          <a:off x="271444" y="839746"/>
          <a:ext cx="11391470" cy="5705352"/>
        </p:xfrm>
        <a:graphic>
          <a:graphicData uri="http://schemas.openxmlformats.org/drawingml/2006/table">
            <a:tbl>
              <a:tblPr/>
              <a:tblGrid>
                <a:gridCol w="2385649">
                  <a:extLst>
                    <a:ext uri="{9D8B030D-6E8A-4147-A177-3AD203B41FA5}">
                      <a16:colId xmlns:a16="http://schemas.microsoft.com/office/drawing/2014/main" val="3115206606"/>
                    </a:ext>
                  </a:extLst>
                </a:gridCol>
                <a:gridCol w="3280265">
                  <a:extLst>
                    <a:ext uri="{9D8B030D-6E8A-4147-A177-3AD203B41FA5}">
                      <a16:colId xmlns:a16="http://schemas.microsoft.com/office/drawing/2014/main" val="2221267819"/>
                    </a:ext>
                  </a:extLst>
                </a:gridCol>
                <a:gridCol w="5725556">
                  <a:extLst>
                    <a:ext uri="{9D8B030D-6E8A-4147-A177-3AD203B41FA5}">
                      <a16:colId xmlns:a16="http://schemas.microsoft.com/office/drawing/2014/main" val="154638047"/>
                    </a:ext>
                  </a:extLst>
                </a:gridCol>
              </a:tblGrid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Role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04529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Rachel Olbur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Onshore Modeler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873869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Aditya Sisode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Onshore Architect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549920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James Taylor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Executive Partner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934455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Melissa Freitas Yalta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Nearshore Modeler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163363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Archana Patel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Onshore Engagement Manager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01127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Arup Datta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Onshore Developer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85765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TBD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Offshore Developer 1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57100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TBD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Offshore Developer 2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804950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TBD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Offshore Tester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90153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Blue Polaris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Amit Rawool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Offshore AI/ ML Developer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011375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Taylor Turner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Project Manager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906026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Andy Luong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Program Manager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8152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Shinina Muthiora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Tech Delivery Lead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754077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George Camilieri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BSA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032633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Andrew Lee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BSA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718143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Kevin Mcgregor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746442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Marc MacDonald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Systems Architect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703658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Swapnil Parikh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BSA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503740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Natalia Buneava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Sr BSS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34943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Svitlana Prytuliak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Program Manager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731338"/>
                  </a:ext>
                </a:extLst>
              </a:tr>
              <a:tr h="1685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Sulabh Gupta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Director, Tech Delivery Lead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9746170"/>
                  </a:ext>
                </a:extLst>
              </a:tr>
              <a:tr h="1984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Arzu Overington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Director, Business Delivery Lead &amp; Product Owner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2996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Petrina Bilyea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Director, GRS Initiatives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492226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Natalie Staples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Director, Strategy Initiatives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5147699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Don McLean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91187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Everard Austin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Integration Tech Lead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09570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Tiffany Lamirande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Manager, GRS Projects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186978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Canada Life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Abrar Haq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AVP Enterprise Business Technology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532026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IBM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Syed Farooq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Architect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515799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IBM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Yan Wan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Delivery Consultant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363104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IBM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Lelia Vazquez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Practice Manager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182085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IBM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Barry Nesbit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TEL Seller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13780"/>
                  </a:ext>
                </a:extLst>
              </a:tr>
              <a:tr h="1466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IBM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Brad Stern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Project Manager </a:t>
                      </a:r>
                    </a:p>
                  </a:txBody>
                  <a:tcPr marL="3618" marR="3618" marT="3618" marB="2604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834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761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62E72-816E-8DFF-E426-AB5BBD464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Preliminary Project Schedule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9A4A4-5155-6481-069D-A89CC3305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Kickoff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091706-B673-1D32-5941-DF32F3879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76536"/>
              </p:ext>
            </p:extLst>
          </p:nvPr>
        </p:nvGraphicFramePr>
        <p:xfrm>
          <a:off x="334963" y="1125538"/>
          <a:ext cx="11522077" cy="4544890"/>
        </p:xfrm>
        <a:graphic>
          <a:graphicData uri="http://schemas.openxmlformats.org/drawingml/2006/table">
            <a:tbl>
              <a:tblPr/>
              <a:tblGrid>
                <a:gridCol w="2710162">
                  <a:extLst>
                    <a:ext uri="{9D8B030D-6E8A-4147-A177-3AD203B41FA5}">
                      <a16:colId xmlns:a16="http://schemas.microsoft.com/office/drawing/2014/main" val="924112586"/>
                    </a:ext>
                  </a:extLst>
                </a:gridCol>
                <a:gridCol w="2432650">
                  <a:extLst>
                    <a:ext uri="{9D8B030D-6E8A-4147-A177-3AD203B41FA5}">
                      <a16:colId xmlns:a16="http://schemas.microsoft.com/office/drawing/2014/main" val="206623828"/>
                    </a:ext>
                  </a:extLst>
                </a:gridCol>
                <a:gridCol w="6379265">
                  <a:extLst>
                    <a:ext uri="{9D8B030D-6E8A-4147-A177-3AD203B41FA5}">
                      <a16:colId xmlns:a16="http://schemas.microsoft.com/office/drawing/2014/main" val="2827376209"/>
                    </a:ext>
                  </a:extLst>
                </a:gridCol>
              </a:tblGrid>
              <a:tr h="251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>
                          <a:effectLst/>
                        </a:rPr>
                        <a:t>Timeframe</a:t>
                      </a:r>
                      <a:endParaRPr lang="en-CA" sz="1800" dirty="0">
                        <a:effectLst/>
                      </a:endParaRP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1">
                          <a:effectLst/>
                        </a:rPr>
                        <a:t>SOW Activities</a:t>
                      </a:r>
                      <a:endParaRPr lang="en-CA" sz="1800">
                        <a:effectLst/>
                      </a:endParaRP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1" dirty="0">
                          <a:effectLst/>
                        </a:rPr>
                        <a:t>Key Focus &amp; Outcomes</a:t>
                      </a:r>
                      <a:endParaRPr lang="en-CA" sz="1800" dirty="0">
                        <a:effectLst/>
                      </a:endParaRP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378669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 dirty="0">
                          <a:effectLst/>
                        </a:rPr>
                        <a:t>Week 1 (May 4–10)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1–2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Project governance established; formal kick‑off and stakeholder alignment.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511395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>
                          <a:effectLst/>
                        </a:rPr>
                        <a:t>Weeks 2–3 (May 11–24)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3–4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Architecture alignment, capacity planning, and PoV definition workshops complete.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362407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>
                          <a:effectLst/>
                        </a:rPr>
                        <a:t>Weeks 4–5 (May 25–Jun 7)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5–6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Eligibility decisions modeled; ADS decision and technology architecture finalized.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206629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>
                          <a:effectLst/>
                        </a:rPr>
                        <a:t>Weeks 6–7 (Jun 8–21)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7–8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Working ADS pilot built; rules implemented; decision dashboard developed.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011366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>
                          <a:effectLst/>
                        </a:rPr>
                        <a:t>Week 8 (Jun 22–28)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9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PoV results review, findings, recommendations, and artifact handover.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97936"/>
                  </a:ext>
                </a:extLst>
              </a:tr>
              <a:tr h="440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>
                          <a:effectLst/>
                        </a:rPr>
                        <a:t>Weeks 9–10 (Jun 29–Jul 12)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>
                          <a:effectLst/>
                        </a:rPr>
                        <a:t>10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effectLst/>
                        </a:rPr>
                        <a:t>ADS training and enablement for business and technical teams.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610305"/>
                  </a:ext>
                </a:extLst>
              </a:tr>
              <a:tr h="628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800" b="0" dirty="0">
                          <a:effectLst/>
                        </a:rPr>
                        <a:t>Weeks 11–12 (Jul 13–26)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800" b="0" dirty="0">
                          <a:effectLst/>
                        </a:rPr>
                        <a:t>11–12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effectLst/>
                        </a:rPr>
                        <a:t>Production environment support and operational knowledge transfer.</a:t>
                      </a:r>
                    </a:p>
                  </a:txBody>
                  <a:tcPr marL="58018" marR="58018" marT="29009" marB="29009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421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97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9BF4-9DDC-7E75-4038-6937343D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Communications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6B6D6-BAFD-E8DD-18DA-04E37C70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Kickoff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9E6647-0B0A-1A44-F06C-AAB281B50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32231"/>
              </p:ext>
            </p:extLst>
          </p:nvPr>
        </p:nvGraphicFramePr>
        <p:xfrm>
          <a:off x="334963" y="1089025"/>
          <a:ext cx="11522075" cy="3546580"/>
        </p:xfrm>
        <a:graphic>
          <a:graphicData uri="http://schemas.openxmlformats.org/drawingml/2006/table">
            <a:tbl>
              <a:tblPr/>
              <a:tblGrid>
                <a:gridCol w="2114939">
                  <a:extLst>
                    <a:ext uri="{9D8B030D-6E8A-4147-A177-3AD203B41FA5}">
                      <a16:colId xmlns:a16="http://schemas.microsoft.com/office/drawing/2014/main" val="868954677"/>
                    </a:ext>
                  </a:extLst>
                </a:gridCol>
                <a:gridCol w="2493891">
                  <a:extLst>
                    <a:ext uri="{9D8B030D-6E8A-4147-A177-3AD203B41FA5}">
                      <a16:colId xmlns:a16="http://schemas.microsoft.com/office/drawing/2014/main" val="2499820355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1524534351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3005722479"/>
                    </a:ext>
                  </a:extLst>
                </a:gridCol>
                <a:gridCol w="2304415">
                  <a:extLst>
                    <a:ext uri="{9D8B030D-6E8A-4147-A177-3AD203B41FA5}">
                      <a16:colId xmlns:a16="http://schemas.microsoft.com/office/drawing/2014/main" val="3056606897"/>
                    </a:ext>
                  </a:extLst>
                </a:gridCol>
              </a:tblGrid>
              <a:tr h="530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>
                          <a:effectLst/>
                        </a:rPr>
                        <a:t>Audience</a:t>
                      </a:r>
                      <a:endParaRPr lang="en-CA" sz="1600" dirty="0">
                        <a:effectLst/>
                      </a:endParaRP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effectLst/>
                        </a:rPr>
                        <a:t>Communication Type</a:t>
                      </a:r>
                      <a:endParaRPr lang="en-CA" sz="1600">
                        <a:effectLst/>
                      </a:endParaRP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effectLst/>
                        </a:rPr>
                        <a:t>Purpose</a:t>
                      </a:r>
                      <a:endParaRPr lang="en-CA" sz="1600">
                        <a:effectLst/>
                      </a:endParaRP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>
                          <a:effectLst/>
                        </a:rPr>
                        <a:t>Frequency</a:t>
                      </a:r>
                      <a:endParaRPr lang="en-CA" sz="1600">
                        <a:effectLst/>
                      </a:endParaRP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b="1" dirty="0">
                          <a:effectLst/>
                        </a:rPr>
                        <a:t>Owner</a:t>
                      </a:r>
                      <a:endParaRPr lang="en-CA" sz="1600" dirty="0">
                        <a:effectLst/>
                      </a:endParaRP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738402"/>
                  </a:ext>
                </a:extLst>
              </a:tr>
              <a:tr h="985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Steering Committee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effectLst/>
                        </a:rPr>
                        <a:t>Steering Committee Review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Review milestones, PoV progress, risks, and alignment to objectives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Monthly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IBM Project Manager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51187"/>
                  </a:ext>
                </a:extLst>
              </a:tr>
              <a:tr h="1012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effectLst/>
                        </a:rPr>
                        <a:t>Project Core Team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effectLst/>
                        </a:rPr>
                        <a:t>Project Status Meeting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Coordinate delivery activities, manage issues and risks, confirm next steps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Weekly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IBM Project Manager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64499"/>
                  </a:ext>
                </a:extLst>
              </a:tr>
              <a:tr h="985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Project Core Team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effectLst/>
                        </a:rPr>
                        <a:t>Written Status Report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Summarize status, accomplishments, risks, and upcoming work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>
                          <a:effectLst/>
                        </a:rPr>
                        <a:t>Weekly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600" dirty="0">
                          <a:effectLst/>
                        </a:rPr>
                        <a:t>IBM Project Manager</a:t>
                      </a:r>
                    </a:p>
                  </a:txBody>
                  <a:tcPr marL="69069" marR="69069" marT="34534" marB="34534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926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52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C36AD-19C8-6B24-849B-1AE942D99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Status Report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EAEE2-63F2-CA27-BB37-EEDB9D52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41" y="1159519"/>
            <a:ext cx="11050438" cy="483099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B25223B-013D-DC3F-1E1E-1A700DA2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5" y="136525"/>
            <a:ext cx="11894389" cy="829633"/>
          </a:xfrm>
        </p:spPr>
        <p:txBody>
          <a:bodyPr/>
          <a:lstStyle/>
          <a:p>
            <a:r>
              <a:rPr lang="en-CA" dirty="0"/>
              <a:t>Working Meetings</a:t>
            </a:r>
          </a:p>
        </p:txBody>
      </p:sp>
    </p:spTree>
    <p:extLst>
      <p:ext uri="{BB962C8B-B14F-4D97-AF65-F5344CB8AC3E}">
        <p14:creationId xmlns:p14="http://schemas.microsoft.com/office/powerpoint/2010/main" val="62981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0CB3-E450-B30E-97DA-1A6961AF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60EB-28E7-05A6-D246-78BD346D1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Confirm, update team members as required.</a:t>
            </a:r>
          </a:p>
          <a:p>
            <a:r>
              <a:rPr lang="en-US" dirty="0"/>
              <a:t>Confirm Timeline and Communications.</a:t>
            </a:r>
          </a:p>
          <a:p>
            <a:r>
              <a:rPr lang="en-US" dirty="0"/>
              <a:t>Schedule initial workshops.</a:t>
            </a:r>
          </a:p>
          <a:p>
            <a:r>
              <a:rPr lang="en-US" dirty="0"/>
              <a:t>Onboard BluePolaris resources to Canada Life.</a:t>
            </a:r>
          </a:p>
          <a:p>
            <a:r>
              <a:rPr lang="en-US" dirty="0"/>
              <a:t>Prepare initial project plan.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933F4-B9EF-8836-0CD0-CB288E47D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IBM Technology Expert Labs – Kickoff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1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BE3F8683308A4BA4F57F8B2FFD222C" ma:contentTypeVersion="13" ma:contentTypeDescription="Create a new document." ma:contentTypeScope="" ma:versionID="21b6fdaddb5d4e9cf2e6f8dc19868b97">
  <xsd:schema xmlns:xsd="http://www.w3.org/2001/XMLSchema" xmlns:xs="http://www.w3.org/2001/XMLSchema" xmlns:p="http://schemas.microsoft.com/office/2006/metadata/properties" xmlns:ns2="997a95da-3068-438f-ad92-afd1bcb7a315" xmlns:ns3="1f29368f-4e73-4b05-978b-d25ffbb54223" xmlns:ns4="76ac3219-98cd-4717-94b0-109cd199ee35" targetNamespace="http://schemas.microsoft.com/office/2006/metadata/properties" ma:root="true" ma:fieldsID="0f25b7a0bda69d9de89a90def4e586b2" ns2:_="" ns3:_="" ns4:_="">
    <xsd:import namespace="997a95da-3068-438f-ad92-afd1bcb7a315"/>
    <xsd:import namespace="1f29368f-4e73-4b05-978b-d25ffbb54223"/>
    <xsd:import namespace="76ac3219-98cd-4717-94b0-109cd199ee35"/>
    <xsd:element name="properties">
      <xsd:complexType>
        <xsd:sequence>
          <xsd:element name="documentManagement">
            <xsd:complexType>
              <xsd:all>
                <xsd:element ref="ns2:InitiativeName" minOccurs="0"/>
                <xsd:element ref="ns2:ChargeCode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a95da-3068-438f-ad92-afd1bcb7a315" elementFormDefault="qualified">
    <xsd:import namespace="http://schemas.microsoft.com/office/2006/documentManagement/types"/>
    <xsd:import namespace="http://schemas.microsoft.com/office/infopath/2007/PartnerControls"/>
    <xsd:element name="InitiativeName" ma:index="8" nillable="true" ma:displayName="InitiativeName" ma:internalName="InitiativeName">
      <xsd:simpleType>
        <xsd:restriction base="dms:Text">
          <xsd:maxLength value="255"/>
        </xsd:restriction>
      </xsd:simpleType>
    </xsd:element>
    <xsd:element name="ChargeCode" ma:index="9" nillable="true" ma:displayName="ChargeCode" ma:internalName="ChargeCod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29368f-4e73-4b05-978b-d25ffbb54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1a1608f-2208-40e5-9331-733f061a9c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c3219-98cd-4717-94b0-109cd199ee3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92477eab-aeba-41c5-97ef-236e6bf40174}" ma:internalName="TaxCatchAll" ma:showField="CatchAllData" ma:web="76ac3219-98cd-4717-94b0-109cd199ee3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itiativeName xmlns="997a95da-3068-438f-ad92-afd1bcb7a315" xsi:nil="true"/>
    <ChargeCode xmlns="997a95da-3068-438f-ad92-afd1bcb7a315" xsi:nil="true"/>
    <TaxCatchAll xmlns="76ac3219-98cd-4717-94b0-109cd199ee35" xsi:nil="true"/>
    <lcf76f155ced4ddcb4097134ff3c332f xmlns="1f29368f-4e73-4b05-978b-d25ffbb5422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51a1608f-2208-40e5-9331-733f061a9c11" ContentTypeId="0x0101" PreviousValue="false"/>
</file>

<file path=customXml/itemProps1.xml><?xml version="1.0" encoding="utf-8"?>
<ds:datastoreItem xmlns:ds="http://schemas.openxmlformats.org/officeDocument/2006/customXml" ds:itemID="{38F3CAA1-E8B3-43DD-9647-74611720885A}"/>
</file>

<file path=customXml/itemProps2.xml><?xml version="1.0" encoding="utf-8"?>
<ds:datastoreItem xmlns:ds="http://schemas.openxmlformats.org/officeDocument/2006/customXml" ds:itemID="{6177791C-27A0-44F7-AC97-BB4948532A20}">
  <ds:schemaRefs>
    <ds:schemaRef ds:uri="http://schemas.microsoft.com/office/2006/metadata/properties"/>
    <ds:schemaRef ds:uri="http://schemas.microsoft.com/office/infopath/2007/PartnerControls"/>
    <ds:schemaRef ds:uri="997a95da-3068-438f-ad92-afd1bcb7a315"/>
  </ds:schemaRefs>
</ds:datastoreItem>
</file>

<file path=customXml/itemProps3.xml><?xml version="1.0" encoding="utf-8"?>
<ds:datastoreItem xmlns:ds="http://schemas.openxmlformats.org/officeDocument/2006/customXml" ds:itemID="{DF409D1F-85BE-49C0-B9B8-ADAF8232B24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78AA1F06-419A-4F59-A0B7-40E405E73BC0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49652</TotalTime>
  <Words>702</Words>
  <Application>Microsoft Office PowerPoint</Application>
  <PresentationFormat>Widescreen</PresentationFormat>
  <Paragraphs>186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Agenda</vt:lpstr>
      <vt:lpstr>Project Description</vt:lpstr>
      <vt:lpstr>Introductions</vt:lpstr>
      <vt:lpstr>Preliminary Project Schedule</vt:lpstr>
      <vt:lpstr>Project Communications</vt:lpstr>
      <vt:lpstr>Working Meetings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Expert Labs, Kickoff Materlal</dc:title>
  <dc:subject/>
  <dc:creator>Rob Sanfilippo</dc:creator>
  <cp:keywords>Technology Expert Labs, Kickoff Material</cp:keywords>
  <dc:description/>
  <cp:lastModifiedBy>Brad Stern</cp:lastModifiedBy>
  <cp:revision>3883</cp:revision>
  <cp:lastPrinted>2023-12-10T22:08:17Z</cp:lastPrinted>
  <dcterms:created xsi:type="dcterms:W3CDTF">2023-03-29T20:34:54Z</dcterms:created>
  <dcterms:modified xsi:type="dcterms:W3CDTF">2026-05-05T20:36:19Z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0f90fca-59d9-4aac-bcc2-47e1f4ce48b8_Enabled">
    <vt:lpwstr>true</vt:lpwstr>
  </property>
  <property fmtid="{D5CDD505-2E9C-101B-9397-08002B2CF9AE}" pid="3" name="MSIP_Label_e0f90fca-59d9-4aac-bcc2-47e1f4ce48b8_SetDate">
    <vt:lpwstr>2023-04-13T12:41:56Z</vt:lpwstr>
  </property>
  <property fmtid="{D5CDD505-2E9C-101B-9397-08002B2CF9AE}" pid="4" name="MSIP_Label_e0f90fca-59d9-4aac-bcc2-47e1f4ce48b8_Method">
    <vt:lpwstr>Standard</vt:lpwstr>
  </property>
  <property fmtid="{D5CDD505-2E9C-101B-9397-08002B2CF9AE}" pid="5" name="MSIP_Label_e0f90fca-59d9-4aac-bcc2-47e1f4ce48b8_Name">
    <vt:lpwstr>US Confidential</vt:lpwstr>
  </property>
  <property fmtid="{D5CDD505-2E9C-101B-9397-08002B2CF9AE}" pid="6" name="MSIP_Label_e0f90fca-59d9-4aac-bcc2-47e1f4ce48b8_SiteId">
    <vt:lpwstr>35595a02-4d6d-44ac-99e1-f9ab4cd872db</vt:lpwstr>
  </property>
  <property fmtid="{D5CDD505-2E9C-101B-9397-08002B2CF9AE}" pid="7" name="MSIP_Label_e0f90fca-59d9-4aac-bcc2-47e1f4ce48b8_ActionId">
    <vt:lpwstr>1824b077-fd2c-4ca6-8c74-e46786239ac0</vt:lpwstr>
  </property>
  <property fmtid="{D5CDD505-2E9C-101B-9397-08002B2CF9AE}" pid="8" name="MSIP_Label_e0f90fca-59d9-4aac-bcc2-47e1f4ce48b8_ContentBits">
    <vt:lpwstr>1</vt:lpwstr>
  </property>
  <property fmtid="{D5CDD505-2E9C-101B-9397-08002B2CF9AE}" pid="9" name="ContentTypeId">
    <vt:lpwstr>0x01010016BE3F8683308A4BA4F57F8B2FFD222C</vt:lpwstr>
  </property>
  <property fmtid="{D5CDD505-2E9C-101B-9397-08002B2CF9AE}" pid="10" name="MSIP_Label_b07bbe84-2447-47ed-9f95-d9c34bc076ba_Enabled">
    <vt:lpwstr>true</vt:lpwstr>
  </property>
  <property fmtid="{D5CDD505-2E9C-101B-9397-08002B2CF9AE}" pid="11" name="MSIP_Label_b07bbe84-2447-47ed-9f95-d9c34bc076ba_SetDate">
    <vt:lpwstr>2026-05-05T20:36:19Z</vt:lpwstr>
  </property>
  <property fmtid="{D5CDD505-2E9C-101B-9397-08002B2CF9AE}" pid="12" name="MSIP_Label_b07bbe84-2447-47ed-9f95-d9c34bc076ba_Method">
    <vt:lpwstr>Standard</vt:lpwstr>
  </property>
  <property fmtid="{D5CDD505-2E9C-101B-9397-08002B2CF9AE}" pid="13" name="MSIP_Label_b07bbe84-2447-47ed-9f95-d9c34bc076ba_Name">
    <vt:lpwstr>Confidential</vt:lpwstr>
  </property>
  <property fmtid="{D5CDD505-2E9C-101B-9397-08002B2CF9AE}" pid="14" name="MSIP_Label_b07bbe84-2447-47ed-9f95-d9c34bc076ba_SiteId">
    <vt:lpwstr>633f3069-d670-4419-9fee-2ab4251c88ee</vt:lpwstr>
  </property>
  <property fmtid="{D5CDD505-2E9C-101B-9397-08002B2CF9AE}" pid="15" name="MSIP_Label_b07bbe84-2447-47ed-9f95-d9c34bc076ba_ActionId">
    <vt:lpwstr>6ee42189-5b83-419c-8fa7-e76da1a74fc9</vt:lpwstr>
  </property>
  <property fmtid="{D5CDD505-2E9C-101B-9397-08002B2CF9AE}" pid="16" name="MSIP_Label_b07bbe84-2447-47ed-9f95-d9c34bc076ba_ContentBits">
    <vt:lpwstr>0</vt:lpwstr>
  </property>
  <property fmtid="{D5CDD505-2E9C-101B-9397-08002B2CF9AE}" pid="17" name="MSIP_Label_b07bbe84-2447-47ed-9f95-d9c34bc076ba_Tag">
    <vt:lpwstr>10, 3, 0, 2</vt:lpwstr>
  </property>
</Properties>
</file>